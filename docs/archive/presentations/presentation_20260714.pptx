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642620" y="1170305"/>
            <a:ext cx="1429385" cy="3194685"/>
          </a:xfrm>
          <a:prstGeom prst="roundRect">
            <a:avLst>
              <a:gd name="adj" fmla="val 4886"/>
            </a:avLst>
          </a:prstGeom>
          <a:noFill/>
          <a:ln w="12700" cap="rnd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1523365"/>
            <a:ext cx="1175385" cy="117538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2331720" y="1297305"/>
            <a:ext cx="1382395" cy="2941320"/>
          </a:xfrm>
          <a:prstGeom prst="roundRect">
            <a:avLst>
              <a:gd name="adj" fmla="val 4960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19050" cap="rnd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9620" y="1216660"/>
            <a:ext cx="11747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DOM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(GeoTIFF)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68985" y="819150"/>
            <a:ext cx="1242060" cy="2940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mpd="sng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780030" y="819150"/>
            <a:ext cx="2245360" cy="29400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84000"/>
            </a:schemeClr>
          </a:solidFill>
          <a:ln w="19050" cmpd="sng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Module1:Tiling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2083435" y="2622550"/>
            <a:ext cx="236855" cy="76200"/>
          </a:xfrm>
          <a:prstGeom prst="rightArrow">
            <a:avLst>
              <a:gd name="adj1" fmla="val 18333"/>
              <a:gd name="adj2" fmla="val 85000"/>
            </a:avLst>
          </a:prstGeom>
          <a:solidFill>
            <a:schemeClr val="tx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677535" y="1297305"/>
            <a:ext cx="2067560" cy="2941320"/>
          </a:xfrm>
          <a:prstGeom prst="roundRect">
            <a:avLst>
              <a:gd name="adj" fmla="val 4023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19050" cap="rnd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004810" y="1297305"/>
            <a:ext cx="1382395" cy="2941320"/>
          </a:xfrm>
          <a:prstGeom prst="roundRect">
            <a:avLst>
              <a:gd name="adj" fmla="val 5512"/>
            </a:avLst>
          </a:prstGeom>
          <a:solidFill>
            <a:schemeClr val="accent2">
              <a:lumMod val="20000"/>
              <a:lumOff val="80000"/>
              <a:alpha val="51000"/>
            </a:schemeClr>
          </a:solidFill>
          <a:ln w="19050" cap="rnd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5903595" y="819150"/>
            <a:ext cx="1616075" cy="29400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84000"/>
            </a:schemeClr>
          </a:solidFill>
          <a:ln w="19050" cmpd="sng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Module2:Detect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ion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916680" y="1297305"/>
            <a:ext cx="1429385" cy="3194685"/>
          </a:xfrm>
          <a:prstGeom prst="roundRect">
            <a:avLst>
              <a:gd name="adj" fmla="val 4886"/>
            </a:avLst>
          </a:prstGeom>
          <a:noFill/>
          <a:ln w="12700" cap="rnd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右箭头 1"/>
          <p:cNvSpPr/>
          <p:nvPr/>
        </p:nvSpPr>
        <p:spPr>
          <a:xfrm>
            <a:off x="1216025" y="4722495"/>
            <a:ext cx="202603" cy="34620"/>
          </a:xfrm>
          <a:prstGeom prst="rightArrow">
            <a:avLst>
              <a:gd name="adj1" fmla="val 18333"/>
              <a:gd name="adj2" fmla="val 85000"/>
            </a:avLst>
          </a:prstGeom>
          <a:solidFill>
            <a:schemeClr val="tx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 rot="16200000">
            <a:off x="796925" y="3938270"/>
            <a:ext cx="236220" cy="29845"/>
          </a:xfrm>
          <a:prstGeom prst="rightArrow">
            <a:avLst>
              <a:gd name="adj1" fmla="val 18333"/>
              <a:gd name="adj2" fmla="val 85000"/>
            </a:avLst>
          </a:prstGeom>
          <a:solidFill>
            <a:schemeClr val="tx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901700" y="4053205"/>
            <a:ext cx="27940" cy="27940"/>
          </a:xfrm>
          <a:prstGeom prst="ellipse">
            <a:avLst/>
          </a:prstGeom>
          <a:solidFill>
            <a:schemeClr val="tx1"/>
          </a:solidFill>
          <a:ln w="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 cmpd="sng">
          <a:solidFill>
            <a:schemeClr val="tx1">
              <a:lumMod val="50000"/>
              <a:lumOff val="50000"/>
            </a:schemeClr>
          </a:solidFill>
          <a:prstDash val="dash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演示</Application>
  <PresentationFormat>宽屏</PresentationFormat>
  <Paragraphs>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160</cp:revision>
  <dcterms:created xsi:type="dcterms:W3CDTF">2019-06-19T02:08:00Z</dcterms:created>
  <dcterms:modified xsi:type="dcterms:W3CDTF">2026-07-14T03:49:54Z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3E3D8F4934BA429E9EE5EAAC1113740F_11</vt:lpwstr>
  </property>
</Properties>
</file>